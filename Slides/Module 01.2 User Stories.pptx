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397" r:id="rId4"/>
    <p:sldId id="58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397"/>
            <p14:sldId id="58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2653" autoAdjust="0"/>
  </p:normalViewPr>
  <p:slideViewPr>
    <p:cSldViewPr snapToGrid="0">
      <p:cViewPr varScale="1">
        <p:scale>
          <a:sx n="91" d="100"/>
          <a:sy n="91" d="100"/>
        </p:scale>
        <p:origin x="1872" y="184"/>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12/30/25</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question for Requirements Gathering is making sure that we are building the right thing, which we’ll talk about more the next time we meet. </a:t>
            </a:r>
          </a:p>
          <a:p>
            <a:endParaRPr lang="en-US" dirty="0"/>
          </a:p>
          <a:p>
            <a:r>
              <a:rPr lang="en-US" dirty="0"/>
              <a:t>This meme does a great job capturing the many ways in which we can get off course and end up building the wrong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 that’s the main topic for this lecture.</a:t>
            </a:r>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talk more about requirements gathering and where user stories actually come from in the next module.</a:t>
            </a:r>
          </a:p>
          <a:p>
            <a:endParaRPr lang="en-US" dirty="0"/>
          </a:p>
          <a:p>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endParaRPr lang="en-US" dirty="0"/>
          </a:p>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User stories and COSs must be prioritized as Essential, Desirable or Extension.</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12/30/25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12/30/25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12/30/25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12/30/25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12/30/25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12/30/25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12/30/25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12/30/25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12/30/25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12/30/25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12/30/25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12/30/25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notesSlide" Target="../notesSlides/notesSlide6.xml"/><Relationship Id="rId16" Type="http://schemas.openxmlformats.org/officeDocument/2006/relationships/image" Target="../media/image15.svg"/><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Content Placeholder 5">
            <a:extLst>
              <a:ext uri="{FF2B5EF4-FFF2-40B4-BE49-F238E27FC236}">
                <a16:creationId xmlns:a16="http://schemas.microsoft.com/office/drawing/2014/main" id="{D11639B4-D866-1713-D01E-555C8F847DDF}"/>
              </a:ext>
            </a:extLst>
          </p:cNvPr>
          <p:cNvSpPr>
            <a:spLocks noGrp="1"/>
          </p:cNvSpPr>
          <p:nvPr>
            <p:ph idx="1"/>
          </p:nvPr>
        </p:nvSpPr>
        <p:spPr>
          <a:xfrm>
            <a:off x="1432703" y="2456615"/>
            <a:ext cx="9326593" cy="1708866"/>
          </a:xfrm>
        </p:spPr>
        <p:txBody>
          <a:bodyPr>
            <a:normAutofit/>
          </a:bodyPr>
          <a:lstStyle/>
          <a:p>
            <a:pPr marL="0" indent="0">
              <a:buNone/>
            </a:pPr>
            <a:r>
              <a:rPr lang="en-US" b="1" i="1" dirty="0">
                <a:latin typeface="Ink Free" panose="03080402000500000000" pitchFamily="66" charset="0"/>
              </a:rPr>
              <a:t>As a(n) </a:t>
            </a:r>
            <a:r>
              <a:rPr lang="en-US" b="1" i="1" u="sng" dirty="0">
                <a:latin typeface="Ink Free" panose="03080402000500000000" pitchFamily="66" charset="0"/>
              </a:rPr>
              <a:t>active outdoor park-goer</a:t>
            </a:r>
            <a:br>
              <a:rPr lang="en-US" dirty="0"/>
            </a:br>
            <a:r>
              <a:rPr lang="en-US" b="1" i="1" dirty="0">
                <a:latin typeface="Ink Free" panose="03080402000500000000" pitchFamily="66" charset="0"/>
              </a:rPr>
              <a:t>I want a </a:t>
            </a:r>
            <a:r>
              <a:rPr lang="en-US" b="1" i="1" u="sng" dirty="0">
                <a:latin typeface="Ink Free" panose="03080402000500000000" pitchFamily="66" charset="0"/>
              </a:rPr>
              <a:t>safe way to fly through </a:t>
            </a:r>
            <a:br>
              <a:rPr lang="en-US" b="1" i="1" u="sng" dirty="0">
                <a:latin typeface="Ink Free" panose="03080402000500000000" pitchFamily="66" charset="0"/>
              </a:rPr>
            </a:br>
            <a:r>
              <a:rPr lang="en-US" b="1" i="1" u="sng" dirty="0">
                <a:latin typeface="Ink Free" panose="03080402000500000000" pitchFamily="66" charset="0"/>
              </a:rPr>
              <a:t>the air under a tree</a:t>
            </a:r>
            <a:br>
              <a:rPr lang="en-US" dirty="0"/>
            </a:br>
            <a:r>
              <a:rPr lang="en-US" b="1" i="1" dirty="0">
                <a:latin typeface="Ink Free" panose="03080402000500000000" pitchFamily="66" charset="0"/>
              </a:rPr>
              <a:t>so that I can </a:t>
            </a:r>
            <a:r>
              <a:rPr lang="en-US" b="1" i="1" u="sng" dirty="0">
                <a:latin typeface="Ink Free" panose="03080402000500000000" pitchFamily="66" charset="0"/>
              </a:rPr>
              <a:t>feel the wind in my hair</a:t>
            </a:r>
            <a:endParaRPr lang="en-US" u="sng" dirty="0"/>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1422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User stories: format</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…the least-common-denominator approach documenting the requirements of users when </a:t>
            </a:r>
            <a:r>
              <a:rPr lang="en-US" b="1" dirty="0"/>
              <a:t>planning</a:t>
            </a:r>
            <a:r>
              <a:rPr lang="en-US" dirty="0"/>
              <a:t> projects</a:t>
            </a:r>
          </a:p>
          <a:p>
            <a:r>
              <a:rPr lang="en-US" dirty="0"/>
              <a:t>…a tool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User stories in software engineering</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other stakeholders?</a:t>
            </a:r>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14653</TotalTime>
  <Words>3581</Words>
  <Application>Microsoft Macintosh PowerPoint</Application>
  <PresentationFormat>Widescreen</PresentationFormat>
  <Paragraphs>281</Paragraphs>
  <Slides>27</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Ink Free</vt:lpstr>
      <vt:lpstr>Arial</vt:lpstr>
      <vt:lpstr>Verdana</vt:lpstr>
      <vt:lpstr>Calibri</vt:lpstr>
      <vt:lpstr>Helvetica Neue</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User stories: format</vt:lpstr>
      <vt:lpstr>User stories in software engineering</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487</cp:revision>
  <cp:lastPrinted>2025-08-26T18:49:02Z</cp:lastPrinted>
  <dcterms:created xsi:type="dcterms:W3CDTF">2021-01-07T15:19:22Z</dcterms:created>
  <dcterms:modified xsi:type="dcterms:W3CDTF">2025-12-30T16:30:44Z</dcterms:modified>
</cp:coreProperties>
</file>